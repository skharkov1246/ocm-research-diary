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B2B"/>
                </a:solidFill>
                <a:latin typeface="Calibri"/>
              </a:rPr>
              <a:t>Экономика тонны NaCN, $/т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Экономика тонны NaCN, $/т</c:v>
                </c:pt>
              </c:strCache>
            </c:strRef>
          </c:tx>
          <c:spPr>
            <a:solidFill>
              <a:srgbClr val="C8102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Себестоимость на скиде</c:v>
                  </c:pt>
                  <c:pt idx="1">
                    <c:v>Delivered классики</c:v>
                  </c:pt>
                  <c:pt idx="2">
                    <c:v>Маржа скида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1163</c:v>
                </c:pt>
                <c:pt idx="1">
                  <c:v>3000</c:v>
                </c:pt>
                <c:pt idx="2">
                  <c:v>1837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B2B"/>
                </a:solidFill>
                <a:latin typeface="Calibri"/>
              </a:rPr>
              <a:t>EBITDA скида vs выход OCM, $M/год (факел)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скида vs выход OCM, $M/год (факел)</c:v>
                </c:pt>
              </c:strCache>
            </c:strRef>
          </c:tx>
          <c:spPr>
            <a:solidFill>
              <a:srgbClr val="C8102E">
                <a:alpha val="100000"/>
              </a:srgbClr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Y=20%</c:v>
                  </c:pt>
                  <c:pt idx="1">
                    <c:v>Y=25%</c:v>
                  </c:pt>
                  <c:pt idx="2">
                    <c:v>Y=30%</c:v>
                  </c:pt>
                  <c:pt idx="3">
                    <c:v>Y=35%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2.39</c:v>
                </c:pt>
                <c:pt idx="1">
                  <c:v>3.08</c:v>
                </c:pt>
                <c:pt idx="2">
                  <c:v>3.77</c:v>
                </c:pt>
                <c:pt idx="3">
                  <c:v>4.46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105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#,##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B2B"/>
                </a:solidFill>
                <a:latin typeface="Calibri"/>
              </a:rPr>
              <a:t>LCOH, $/кг H₂ (НПЗ 50 кт/год, база)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LCOH, $/кг H₂ (НПЗ 50 кт/год, база)</c:v>
                </c:pt>
              </c:strCache>
            </c:strRef>
          </c:tx>
          <c:spPr>
            <a:solidFill>
              <a:srgbClr val="C8102E">
                <a:alpha val="100000"/>
              </a:srgbClr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Газ</c:v>
                  </c:pt>
                  <c:pt idx="1">
                    <c:v>Капитал</c:v>
                  </c:pt>
                  <c:pt idx="2">
                    <c:v>Опекс</c:v>
                  </c:pt>
                  <c:pt idx="3">
                    <c:v>Кредит за углерод</c:v>
                  </c:pt>
                  <c:pt idx="4">
                    <c:v>Итого пиролиз</c:v>
                  </c:pt>
                  <c:pt idx="5">
                    <c:v>SMR эффективн.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0.56</c:v>
                </c:pt>
                <c:pt idx="1">
                  <c:v>0.36</c:v>
                </c:pt>
                <c:pt idx="2">
                  <c:v>0.36</c:v>
                </c:pt>
                <c:pt idx="3">
                  <c:v>-0.53</c:v>
                </c:pt>
                <c:pt idx="4">
                  <c:v>0.77</c:v>
                </c:pt>
                <c:pt idx="5">
                  <c:v>1.59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105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#,##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MatterForge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Предложение для ЛУКОЙЛ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точки переворота: цианид рождается у рудника, базовые масла — из факельного газа, водород НПЗ — без CO₂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честности: каждое число — из расчёта или явно помечено как допущение.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— скрининг ±2–3×. Мы показываем и то, что у нас НЕ сработало.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309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2026 · открытый репозиторий: skharkov1246.github.io/ocm-research-diary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и почему нашим числам можно верить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конвейер: DFT → CASSCF/NEVPT2 → квантовые схемы; проверен на системах с известным экспериментальным ответом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Дескриптор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барьеры и селективность активного центра, не «интересное вообще»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4173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01568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Классика (DFT)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01568" y="2258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скрининг — но у 3d-металлов врёт на ±0.2–0.3 эВ и теряет знак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14173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54496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Квантовая поправка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54496" y="2258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CASSCF/NEVPT2 + VQE-мосты; сверка с экспериментом (Дорожка B)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07424" y="14173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07424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07424" y="2258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рычаг доведён до $/т с явной цепочкой допущений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64240" cy="2697480"/>
          </a:xfrm>
          <a:prstGeom prst="roundRect">
            <a:avLst>
              <a:gd name="adj" fmla="val 2712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«Мираж-детектор»: наш конвейер убивает собственные сенсации ДО того, как они попадут к вам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1605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Сняли собственную «сенсацию» Ti +4.18 ккал/моль (артефакт сетки) — за одну ночь, до патента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Закрыли красивейший сценарий «уксусная кислота из CH₄+CO₂» ($3.7–4.4M/год на установку) собственным NEVPT2-расчётом — распад радикала в 18 раз быстрее роста цепи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Поймали мираж «водород с устья скважины» (6.9× майнинга) — H₂ без трубы не уезжает; в моделях этого нет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на известном: спин S=2 центра Fe(IV)=O воспроизведён на реальном цеолитном каркасе; NEVPT2-барьер HAT попал в эксперимент (15.98 против 13–15 ккал/моль) там, где DFT врёт на 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Резюме: три предложения, просчитанные до денег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числа — базовые сценарии параметрических моделей (открытый код в репозитории); данные ЛУКОЙЛа — диапазоны «проверить»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2704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+$25M/год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03704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NaCN-скиды у золотых ГОКов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4495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эффект с учётом каннибализации Саратоворгсинтеза; окупаемость флота 1.4 года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52704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$89M/год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71416" y="2203704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ПАО-флот на факельном ПНГ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71416" y="304495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 скидов; базовые масла IV группы в собственный сбыт ЛЛК; NPV $454M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28432" y="14173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52704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$59M/год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11312" y="2203704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Бирюзовый H₂ на НПЗ 50 кт/год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11312" y="304495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против SMR; окупаемость 2.5 года; NPV +$217M; −475 кт CO₂/год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принцип: производство разворачивается в точку дешёвого сырья у потребителя — логистика опасного/дорогого продукта исчезает как категория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вариант имеет заранее объявленные kill-критерии и расчётные гейты — вы видите, при каких числах мы сами закрываем кейс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Пессимистичные сценарии посчитаны и показаны: L2 остаётся жив, L1 жив на факеле, L3 в пессимизме мёртв (NPV −$125M) — и мы говорим это прямо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· Цианид натрия у золотого ГОКа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Классика возит NaCN спецконвоями от мегазаводов; мы производим его в сотнях метров от золотоизвлекательной фабрики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Химия — столетний процесс Андруссова (высокий TRL); новизна — масштаб и размещение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 2 500 т/год: газ 0.17 MMscf/д + привозной NH₃ (60 автоцистерн/год) + NaOH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$1 163/т против delivered-цены классики $3 000/т → маржа $1 837/т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$4.59M/год на скид, капекс $6M, окупаемость 1.3 года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Флот (база): 3 ГОКа × 5 кт/год = 6 скидов → EBITDA $27.6M/год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Каннибализация посчитана честно: −$2.6M/год маржи завода → чистый эффект +$24.9M/год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Квантовый якорь: NEVPT2-барьер ключевой стадии попал в эксперимент (15.98 vs 13–15 ккал/моль), DFT врёт на 7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37160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451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KILL-КРИТЕРИИ (объявлены заранее)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9377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 дороже $800/т (база $400; чувствительность: full cost $1 113–1 363/т при $300–800)</a:t>
            </a:r>
            <a:endParaRPr lang="en-US" sz="1100" dirty="0"/>
          </a:p>
          <a:p>
            <a:pPr algn="l" marL="152400" indent="-152400">
              <a:lnSpc>
                <a:spcPct val="104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ГОК-якорь меньше 2 кт/год потребления (окупаемость уезжает к 2.8–5.6 годам)</a:t>
            </a:r>
            <a:endParaRPr lang="en-US" sz="1100" dirty="0"/>
          </a:p>
          <a:p>
            <a:pPr algn="l" marL="152400" indent="-152400">
              <a:lnSpc>
                <a:spcPct val="104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в лицензии ОПО на производство HCN у рудника — вариант закрывается целиком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· Механическая реализация и развёртывание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Капекс скида $6.0M · площадка ~1 500 м² + СЗЗ · ~500 кВт · 10–12 человек вахтой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7472" cy="3474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62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газа, сероочистка (ZnO)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47472" cy="3474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362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Смеситель CH₄/NH₃/воздух ниже НКПР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17320"/>
            <a:ext cx="347472" cy="3474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1362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Реактор Андруссова, Pt/Rh-сетки, ~1100 °C ($1.5M)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47472" cy="3474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59689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Котёл-утилизатор + рецикл NH₃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651760"/>
            <a:ext cx="347472" cy="3474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59689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Абсорбция HCN в 30% NaOH ($0.9M)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2651760"/>
            <a:ext cx="347472" cy="3474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259689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Раствор NaCN 30% / грануляция → на ЗИФ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48056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+ лицензирование ОПО — 9 мес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скид на первом ГОКе — 12 мес (гейт: выход ≥60–65%, приёмка выщелачивания у ЗИФ)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2–3 скида/год → 6 скидов к месяцу ~48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9776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Структурный барьер для конкурентов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48056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«перевозка цианида» исчезает: спецконвой, охрана, страховка выпадают из цепочки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Take-or-pay 5–7 лет с ГОКом: второму скиду на той же площадке делать нечего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«Каннибализируй себя сам» — раньше, чем это сделает чужой скид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· ПАО-флот: базовые масла из факельного газа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Этилен не покидает скид — на выходе жидкий продукт $3 200/т в обычной бочке, прямо в блендинг ЛЛК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 1 MMscf/д (7 300 т CH₄/год) → 1 896 т ПАО/год; сквозной выход 0.26 т/т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(факел): EBITDA $4.46M/год, окупаемость 1.1 года, NPV $22.7M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трубном газе тоже жив: $3.37M/год, окупаемость 1.5 года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Флот 20 скидов: 37.9 кт/год = 5.4% мирового рынка ПАО, EBITDA $89M/год, NPV $454M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скидов ($223M/год) упираются в глубину рынка (13.5%) — потолок задаёт спрос ЛЛК [проверить: 30–100 кт/год]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Пессимизм посчитан: Y=25%, ПАО $2 400/т, капекс $8M — скид всё ещё NPV-положителен на факеле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371600"/>
          <a:ext cx="52120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72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расчётный гейт (наша зона риска, говорим прямо)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49377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OCM 35% НЕ доказан: селективный Cr-центр даёт множитель 1.41×, а не 3× — работает только стек рычагов (химическое зацикливание без газового O₂ + вольтаж + допант)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график слева показывает: даже при консервативных Y=20–25% факельный скид зарабатывает $2.4–3.1M/год — гейт повышает маржу, а не решает судьбу проекта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· Скид: состав, капекс, развёртывание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Капекс $3.8–6.2M (середина $5.0M) · 400–700 м² · 450–700 кВт (частично от хвостового газа) · 3–5 чел на кластер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4356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Компрессия + очистка ПНГ (осушка, S-guard, отгон C₃+)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052560" y="1435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$0.6–1.0M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025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Chemical-looping OCM-реактор + YSZ-стек (49 кВт, $29–40k)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52560" y="20025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$0.8–1.3M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694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Выделение этилена (закалка, разделение)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052560" y="25694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$0.5–0.8M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1363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Олигомеризация C₂H₄ → ЛАО → ПАО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52560" y="3136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$0.6–0.9M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30752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Гидрофиниш (H₂ 5–10 т/год)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5256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$0.4–0.6M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2702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Хранение, электрика, АСУ, монтаж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52560" y="4270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$0.9–1.6M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Rollout: FEED с расчётным гейтом G1 (6–9 мес) → пилот 12–18 мес (деградация YSZ &lt;2%/1000 ч; ПАО проходит спецификацию IV группы у ЛЛК) → серия 5 → 20 скидов после offtake ≥10 кт/год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Kill: выход OCM &lt;20% · капекс &gt;$10M/скид · цена ПАО &lt;$2 000/т (потеря премии к Group III)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· Бирюзовый водород на НПЗ: пиролиз вместо SMR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Водород потребляется на месте в гидрокрекинге — единственное место, где H₂ не должен никуда уезжать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371600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Масс-баланс: 200 кт CH₄ → 50 кт H₂ + 150 кт углерода в год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$59M/год против SMR ($1.4/кг + CO₂ $20/т); капекс $148M; окупаемость 2.5 года; NPV +$217M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CO₂: −475 кт/год (9.5 т CO₂/т H₂ по литературе)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Электричество — треть от электролиза на кг H₂; коммерческие модули существуют (TRL до 8)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Оптимизм (НПЗ 100 кт, газ $100): экономия $266M/год, NPV $1.46B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Пессимизм показан честно: малый НПЗ + сырая сажа + CO₂ $0 против амортизированного SMR $1.0/кг → NPV −$125M, кейс мёртв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48056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617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Развилка целиком в трёх ручках — и все три проверяемы до строительства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4983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 углерода (150 кт/год ≈ 12% рынка техуглерода РФ; стресс при цене $200/т посчитан — экономия $54M/год, жив)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газа на площадке (kill: &gt;$250/т — пиролиз ест 4.0 кг CH₄/кг H₂ против 3.3 у SMR)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считать конкурентом: новый SMR $1.4–1.8/кг или амортизированный $1.0/кг — честный спор, решается вашими данными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· Наше IP в пиролизе + две нишевые опции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Катализатор и чистота углерода — расчётные гейты, которые мы закрываем ДО пилота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Квантовое IP (гейт G1)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NEVPT2 переворачивает DFT-ранжир расплавных сплавов: Cu-Bi из «мусора» DFT (−395) в слабейший связыватель углерода (+0.8) — некоксующийся кандидат, которого классический скрининг бы выбросил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Соляной слой NaCl решает чистоту углерода: загрязнение металлом 83 → &lt;0.1 wt% — ключ к цене сажи $1 200+/т вместо $200–400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MSA на сере Клауса (ниша)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Сера + трубный газ уже на НПЗ; маржа ~$1 600/т газонезависима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рынок 50–70 кт/год → вся ниша 10–30 установок; обслуживаемая площадка НПЗ снимает риск SO₃-узла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Роль: импортозамещение + первый продукт платформы, не масштаб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33756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Сервисы для «Ставролена»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8404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Скрининг стерео-селективности металлоценов: ненулевое предпочтение 0.98 ккал/моль на хиральном кармане (41 атом)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Механохимический рециклинг ПЭ: карта «сила → барьер» (комнатная кинетика при ~4.5–5 нН/цепь) под будущие мандаты переработки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расчётный сервис, оплата за понижение риска R&amp;D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мы НЕ предлагаем ЛУКОЙЛу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— механизм доверия к остальным числам. Эти варианты мы просчитали и закрыли сами.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OCM вместо парового крекинга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87452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же порог пересмотра (выход C₂ ≥35% при селективности ≥85%) не достигнут: лучший допант даёт множитель 1.41×. OCM живёт только на факеле в связке с олигомеризацией.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5351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Уксусная кислота из CH₄+CO₂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953512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$3.7–4.4M/год на установку закрыт нашим собственным NEVPT2-расчётом: газофазная цепь не живёт. В продаже этого нет.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3250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Водород с устья скважины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032504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без трубы не уезжает — пиролиз предлагаем только там, где водород потребляется на месте (НПЗ).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1149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«Аммиак из воздуха» сейчас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5111496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Сплавной мотив закрыт на кластерном уровне (HER выигрывает всюду). Дальний R&amp;D, не коммерческое предложение.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 24 месяцев и что нам нужно от вас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этап заканчивается расчётным гейтом — вы платите за снятый риск, а не за обещания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 0–3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4173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NDA, обмен данными, фиксация 3 пилотных площадок; уточнение моделей с ваших цифр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 3–9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219456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L2 (первый ГОК) + лицензирование; расчётные гейты G1 по L1 (стек селективности) и L3 (сплав/соль)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 9–21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97180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L2 у ГОКа; пилотный трейн L3 на одном НПЗ; решение по серии L1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 21–24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7490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Серийные решения: 2–3 NaCN-скида/год; масштабирование L3; offtake ЛЛК по ПАО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46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которые превратят допущения в числа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Остаточное факельное/ПНГ по промыслам (объёмы, состав) · закупки базовых масел ЛЛК · мощность и сбытовая карта NaCN Саратоворгсинтеза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Потребление и себестоимость H₂ по НПЗ · цена газа и электроэнергии площадок · интерес к CO₂-повестке (кредиты/CBAM)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2026-07-25T14:27:56Z</dcterms:created>
  <dcterms:modified xsi:type="dcterms:W3CDTF">2026-07-25T14:27:56Z</dcterms:modified>
</cp:coreProperties>
</file>